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3D65-3BB1-C519-C7BF-48B9BC841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62497-20F5-CB80-8F11-0257B06A5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2E1E5-D6FE-4468-2735-876AF2C97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B226-E048-C046-BD66-79F9578DDCDF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3EE8-5C2C-9F6D-4D48-23E29841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94A8D-C3AD-906A-BFD9-93DEA5AFF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47562-6448-0C42-A5F5-73290C9A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62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45BB-6B1D-E100-EB99-CFEE632E8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B3887-C8A5-793C-9347-B695DEBD3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33C3D-96F4-6BE3-51EE-731D9201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B226-E048-C046-BD66-79F9578DDCDF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EF19E-728F-179D-F1B2-35451456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BCA0C-5E8E-F7EE-89B8-68CB2FEB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47562-6448-0C42-A5F5-73290C9A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5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6F52-8412-98EB-7927-8AEEF0AD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34560-DE55-A94F-DB0C-56A08956F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B7913-954C-465C-DB73-D7F226AC9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B226-E048-C046-BD66-79F9578DDCDF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2B885-E585-4D3E-D0F5-3B40D463E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D77F8-DA47-64F7-3869-BD4915F13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47562-6448-0C42-A5F5-73290C9A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52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7E3C3-3899-A29B-E6B4-CBDFB912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D941C-134A-641B-3DC3-3BF6E3521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ECA46-33B4-D1B0-A282-80136D0CD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16D81-FA7D-53CD-8CE6-2A99815D1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B226-E048-C046-BD66-79F9578DDCDF}" type="datetimeFigureOut">
              <a:rPr lang="en-US" smtClean="0"/>
              <a:t>6/4/25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E0CFD-7F40-F0B4-D30E-5438C61A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FC1D4-45A2-1FFF-D1C5-292EADE8B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47562-6448-0C42-A5F5-73290C9A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16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8618-0946-F136-3562-48750508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07417-77EB-CC6C-5248-8E9BDC9A3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6D2AE7-FF02-5E75-D70E-AF9CEF008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CA6BAE-E98E-4FE1-695B-1269C5011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DD6C1-9353-7BE6-4723-FE73C909E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39FE2-334F-565E-3207-51C96C11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B226-E048-C046-BD66-79F9578DDCDF}" type="datetimeFigureOut">
              <a:rPr lang="en-US" smtClean="0"/>
              <a:t>6/4/25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FFD9D5-58A8-513A-BBB4-14BA38683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7999BE-C471-0C63-2142-E66B593E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47562-6448-0C42-A5F5-73290C9A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60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81747-AAF5-4647-7AB4-CE4DD1CF6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6A6A9-8859-7414-8A69-3CC3E1A3B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B226-E048-C046-BD66-79F9578DDCDF}" type="datetimeFigureOut">
              <a:rPr lang="en-US" smtClean="0"/>
              <a:t>6/4/25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41BC3-13C1-8D65-3970-FB0041E8B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F2A8FD-201C-0B39-5FAF-6D37C248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47562-6448-0C42-A5F5-73290C9A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5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7894FB-9953-B503-4607-806CAF05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B226-E048-C046-BD66-79F9578DDCDF}" type="datetimeFigureOut">
              <a:rPr lang="en-US" smtClean="0"/>
              <a:t>6/4/25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F37624-1014-52F4-4FF2-46F8DB55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79548-323C-E8C5-1DDA-B39F6FCB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47562-6448-0C42-A5F5-73290C9A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35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7AC72-A976-FF19-1A35-80C337B96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645BE-22D0-8A1C-7D7D-6EB446AA0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F7410-FA2E-203E-3CF3-2AF042DFA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05786-F06C-E719-8AF2-F3A1E3607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B226-E048-C046-BD66-79F9578DDCDF}" type="datetimeFigureOut">
              <a:rPr lang="en-US" smtClean="0"/>
              <a:t>6/4/25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F60B0-27CA-3309-F35F-872E6574D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2482E-A9F3-E1AF-4E6E-A1124F87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47562-6448-0C42-A5F5-73290C9A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96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06D23-6BB3-6073-482E-7844C2D9A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353C6D-BC67-2535-9148-56BCE317E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D5302-35E1-569F-1039-1084A4547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D5F0C-E2D7-6E46-DABA-63D37F442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B226-E048-C046-BD66-79F9578DDCDF}" type="datetimeFigureOut">
              <a:rPr lang="en-US" smtClean="0"/>
              <a:t>6/4/25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6AC82-7216-258F-69F7-E392187B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3F800-A642-5604-123A-F5C12C28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47562-6448-0C42-A5F5-73290C9A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04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C19F-022D-B6A6-20DC-C640815F2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F7A78A-DD41-4D78-D7A9-46C7704FB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21239-335D-225B-4D7B-54B7E61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B226-E048-C046-BD66-79F9578DDCDF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E5E48-CCE9-EA5C-5535-B22795D9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2BE74-F903-A88C-02B1-6120A145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47562-6448-0C42-A5F5-73290C9A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B131D5-FC6A-C989-36BA-8FADFFCE8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DBED6-FE31-B642-35FB-9BF7652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C056C-33B2-E92E-831F-6E7603445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B226-E048-C046-BD66-79F9578DDCDF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14E0B-6180-4A39-8AB5-CF795DABE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79DA8-9F69-CE03-132D-138B6064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47562-6448-0C42-A5F5-73290C9A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31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7F1E24-FE9A-8968-B256-1FB3EDBAB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8224C-F7BF-0C13-D471-0AE3D7BDC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29DC1-8DB5-38E0-8695-BEBDDF382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1B226-E048-C046-BD66-79F9578DDCDF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3735D-5E68-051E-44FF-1D1CB646A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9E883-AC0F-900C-22EE-ECCB88D64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547562-6448-0C42-A5F5-73290C9A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49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02131-1C23-7C5C-F77F-0B2113BCAA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0CB968-FE4C-FCCE-1C56-65C33735C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843" y="53316"/>
            <a:ext cx="3593336" cy="363065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11B0216-54D0-2ECD-F352-F83A00B2D7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E91C2E-8DF1-96DD-4E81-75F27D760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3782860" cy="37716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B22D38-BF31-551D-C49B-3B9866EE6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935" y="0"/>
            <a:ext cx="3782861" cy="3822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69FFA6-0D16-1D8F-BBB8-B0D9F4D0D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71" y="3822324"/>
            <a:ext cx="3614590" cy="36306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F60873-8080-0DFE-CDE6-C5F3CA6297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0997" y="4023980"/>
            <a:ext cx="3353360" cy="3428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47ADAF-F352-0344-9818-B02B571F21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9126" y="3730009"/>
            <a:ext cx="3987450" cy="401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165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Erickson, Priscilla</dc:creator>
  <cp:lastModifiedBy>Erickson, Priscilla</cp:lastModifiedBy>
  <cp:revision>1</cp:revision>
  <dcterms:created xsi:type="dcterms:W3CDTF">2025-06-04T17:24:13Z</dcterms:created>
  <dcterms:modified xsi:type="dcterms:W3CDTF">2025-06-05T01:28:11Z</dcterms:modified>
</cp:coreProperties>
</file>